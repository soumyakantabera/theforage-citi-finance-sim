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oAJJHgtH1EsXjwJdKg9dXAIC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>
        <p:scale>
          <a:sx n="120" d="100"/>
          <a:sy n="120" d="100"/>
        </p:scale>
        <p:origin x="256" y="72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5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5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5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5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5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4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6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2022 Key Performance Indicators Summary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1800"/>
              <a:buNone/>
            </a:pP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400"/>
              <a:buNone/>
            </a:pPr>
            <a:r>
              <a:rPr lang="en-GB" sz="14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Senior Management Briefing | May 2026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Consolidated KPI Movements (2022E vs 2021A)</a:t>
            </a:r>
            <a:endParaRPr sz="2000"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313" y="1309258"/>
            <a:ext cx="5049374" cy="1326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Key Drivers and Executive Summary</a:t>
            </a:r>
            <a:endParaRPr sz="2000"/>
          </a:p>
        </p:txBody>
      </p:sp>
      <p:sp>
        <p:nvSpPr>
          <p:cNvPr id="51" name="Google Shape;51;p3"/>
          <p:cNvSpPr txBox="1"/>
          <p:nvPr/>
        </p:nvSpPr>
        <p:spPr>
          <a:xfrm>
            <a:off x="630444" y="3061783"/>
            <a:ext cx="11415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9266" y="1243695"/>
            <a:ext cx="4473468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8410575" y="2527071"/>
            <a:ext cx="3048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Includes credit reserve build / (release) for loans and provision for credit losses on unfunded lending commitments.</a:t>
            </a:r>
            <a:b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Includes provisions for policyholder benefits and claims, HTM debt securities and other assets.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Macintosh PowerPoint</Application>
  <PresentationFormat>Widescreen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Financial Forecast to 31 Dec ’22</vt:lpstr>
      <vt:lpstr>Financial Forecast to 31 Dec ’22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1</cp:revision>
  <dcterms:created xsi:type="dcterms:W3CDTF">2015-07-20T16:22:45Z</dcterms:created>
  <dcterms:modified xsi:type="dcterms:W3CDTF">2023-06-01T15:23:45Z</dcterms:modified>
</cp:coreProperties>
</file>